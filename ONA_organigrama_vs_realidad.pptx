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 ·  ANÁLISIS DE REDES ORGANIZACIONALES (ONA)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783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Organigrama vs. realidad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2697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red de comunicación interna revela sobre cómo trabaja de verdad la organización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Yared Gómez  ·  Psicóloga &amp; People Analytics  · 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¿Refleja el organigrama cómo se trabaja de verdad?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empresa tiene dos estructuras: la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organigrama) y la </a:t>
            </a:r>
            <a:pPr indent="0" marL="0">
              <a:buNone/>
            </a:pPr>
            <a:r>
              <a:rPr lang="en-US" sz="1500" b="1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quién colabora realmente cada persona). Cuando las dos se alejan, aparecen silos, duplicidades y personas clave invisibles.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 analizado la red de emails internos de una organización real </a:t>
            </a:r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quién se comunica con quién — nunca el contenido)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comparar ambas estructuras con datos.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1097280"/>
            <a:ext cx="3566160" cy="1115568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6" name="Text 4"/>
          <p:cNvSpPr/>
          <p:nvPr/>
        </p:nvSpPr>
        <p:spPr>
          <a:xfrm>
            <a:off x="5349240" y="12070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78040" y="12070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analizados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2395728"/>
            <a:ext cx="3566160" cy="1115568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505456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178040" y="25054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en el organigrama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3694176"/>
            <a:ext cx="3566160" cy="1115568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3803904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25.571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178040" y="380390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de comunicación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hemos analizado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79192" cy="274320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15190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Construir la red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empleado es un punto; cada relación de email, una conexión. El resultado es el mapa real de colaboración.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19272" y="1143000"/>
            <a:ext cx="2679192" cy="274320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9" name="Shape 6"/>
          <p:cNvSpPr/>
          <p:nvPr/>
        </p:nvSpPr>
        <p:spPr>
          <a:xfrm>
            <a:off x="3547872" y="13716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73" y="15190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Detectar los equipos reales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547872" y="2606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(Louvain) agrupa a las personas que más se comunican entre sí, sin conocer el organigrama.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81344" y="1143000"/>
            <a:ext cx="2679192" cy="274320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9944" y="13716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345" y="15190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9944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Comparar con el organigrama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409944" y="2606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cuánto coinciden los equipos reales con los departamentos oficiales, y dónde no lo hacen.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5196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diseño: se analizan únicamente metadatos (quién habla con quién). El contenido de los mensajes nunca se toca. Cumplimiento RGPD.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organización real es más simple que el papel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A86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organigrama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</a:rPr>
              <a:t>→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reales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colaboración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organigrama solo explica una parte de la comunicación real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(coincidencia del 59%). Varios departamentos funcionan de hecho como un único equipo; otros viven repartidos entre grupos distintos.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misma plantilla, dos fotografías</a:t>
            </a:r>
            <a:endParaRPr lang="en-US" sz="2600" dirty="0"/>
          </a:p>
        </p:txBody>
      </p:sp>
      <p:pic>
        <p:nvPicPr>
          <p:cNvPr id="3" name="Image 0" descr="figures/01_organigrama_vs_comunida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813816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color es un departamento oficial — el centro es una mezcla sin patrón.   </a:t>
            </a:r>
            <a:pPr indent="0" marL="0">
              <a:buNone/>
            </a:pPr>
            <a:r>
              <a:rPr lang="en-US" sz="1250" b="1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reales que emergen de la comunicación — grupos nítidos y compactos.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Hay departamentos que trabajan partidos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la cohesión de cada departamento: qué porcentaje de sus miembros pertenece a su mismo equipo real de colaboración.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del departamento menos integrado: dos de cada tres de sus miembros colaboran más fuera que dentro de su propia unidad.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434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315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para revisar dependencias, cargas o el propio diseño de la unidad.</a:t>
            </a:r>
            <a:endParaRPr lang="en-US" sz="1150" dirty="0"/>
          </a:p>
        </p:txBody>
      </p:sp>
      <p:pic>
        <p:nvPicPr>
          <p:cNvPr id="9" name="Image 1" descr="figures/03_cohesion_departame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051560"/>
            <a:ext cx="43891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Unas pocas personas sostienen toda la comunicación transversal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persona</a:t>
            </a:r>
            <a:endParaRPr lang="en-US" sz="5000" dirty="0"/>
          </a:p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conecta ella sola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36 de los 42 departamentos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“brokers”: empleados por los que pasa la información entre áreas. El organigrama no los ve — la red sí. Los 10 principales concentran la mayor parte de los puentes entre departamentos.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EEF4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45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3212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pasa si uno de ellos se va?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2286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entre áreas se rompe de un día para otro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conocimiento de coordinación que no está documentado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 anticipa, porque su rol no figura en ningún organigrama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significa esto para el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169164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2984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429207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Silos invisibles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7556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que apenas se comunican con el resto no se detectan en comités: se ven en la red.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81728" y="1097280"/>
            <a:ext cx="4005072" cy="169164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9" name="Shape 6"/>
          <p:cNvSpPr/>
          <p:nvPr/>
        </p:nvSpPr>
        <p:spPr>
          <a:xfrm>
            <a:off x="4882896" y="12984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55" y="142920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280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de fuga crítico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550408" y="17556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brokers son las salidas más caras. Identificarlos permite retener y preparar sucesión.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005072" cy="169164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" y="3172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330372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Reorganizar con datos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25880" y="363016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mover cajas en el organigrama, conviene saber qué equipos reales se van a romper.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81728" y="2971800"/>
            <a:ext cx="4005072" cy="1691640"/>
          </a:xfrm>
          <a:prstGeom prst="rect">
            <a:avLst/>
          </a:prstGeom>
          <a:solidFill>
            <a:srgbClr val="EEF4FE"/>
          </a:solidFill>
          <a:ln/>
        </p:spPr>
      </p:sp>
      <p:sp>
        <p:nvSpPr>
          <p:cNvPr id="19" name="Shape 14"/>
          <p:cNvSpPr/>
          <p:nvPr/>
        </p:nvSpPr>
        <p:spPr>
          <a:xfrm>
            <a:off x="4882896" y="3172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655" y="330372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50408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Coordinación no reconocida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550408" y="363016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personas haciendo trabajo de conexión sin que su rol, su sueldo o su evaluación lo reflejen.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pasos propuestos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Replicar el análisis con nuestros datos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email o Teams, anonimizados y agregados, con garantías RGPD desde el diseño.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en los departamentos partidos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y encuesta de pulso donde la cohesión es baja: ¿proyecto transversal sano o unidad mal diseñada?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9626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retención y sucesión para brokers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88720" y="33101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su rol de coordinación, reducir dependencia y documentar conocimiento crítico.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895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 la evolución cada 6 meses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42428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cambia con reorganizaciones, remoto y rotación. Lo que se mide, se puede gestionar.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estructura informal de tu organización existe.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única pregunta es si la conoces y la gestionas.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Yared Gómez  ·  People Analytics &amp; Desarrollo Organizacional  ·  github.com/yaredgomezanalyst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TÉCNICO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y métricas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email-Eu-core (Stanford SNAP). Red de emails de una institución europea de investigación.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comunidades: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Louvain (modularidad = 0,41 — estructura de grupos clara, no ruido).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organigrama-comunidades: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= 0,59 · ARI = 0,36 (0 = nada que ver; 1 = idénticos).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clave: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 de intermediación (betweenness) sobre la componente gigante (986 empleados).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NetworkX · pandas · scikit-learn.</a:t>
            </a:r>
            <a:endParaRPr lang="en-US" sz="1250" dirty="0"/>
          </a:p>
        </p:txBody>
      </p:sp>
      <p:pic>
        <p:nvPicPr>
          <p:cNvPr id="5" name="Image 0" descr="figures/02_heatmap_dept_comuni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0584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Organigrama vs. realidad — ONA</dc:title>
  <dc:subject>PptxGenJS Presentation</dc:subject>
  <dc:creator>Yared Gómez</dc:creator>
  <cp:lastModifiedBy>Yared Gómez</cp:lastModifiedBy>
  <cp:revision>1</cp:revision>
  <dcterms:created xsi:type="dcterms:W3CDTF">2026-06-13T00:26:57Z</dcterms:created>
  <dcterms:modified xsi:type="dcterms:W3CDTF">2026-06-13T00:26:57Z</dcterms:modified>
</cp:coreProperties>
</file>